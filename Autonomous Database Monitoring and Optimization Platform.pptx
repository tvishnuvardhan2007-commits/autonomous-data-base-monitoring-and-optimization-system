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114800" cy="41148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8156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713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INTELLIGENCE INITIATIVE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8778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Database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Platform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85800" y="5074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self-learning, self-healing system for real-time database health, performance tuning, and proactive optimization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9436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Justification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word in the title earns its 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observes, decides, and acts on its own — detecting issues and applying fixes without waiting for manual DBA intervention.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562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subject is data infrastructure — the engines that store, retrieve, and serve information for every application.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383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33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real-time observation of health metrics: CPU, memory, query latency, locks, and storage growth.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3836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33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379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alerting — tunes indexes, rewrites inefficient queries, and reallocates resources to improve performance.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937760" cy="5212080"/>
          </a:xfrm>
          <a:prstGeom prst="roundRect">
            <a:avLst>
              <a:gd name="adj" fmla="val 1481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08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65140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40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DB management can't keep pace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generate massive, unpredictable database workloads. Traditional monitoring tools only raise alarms after damage is done — leaving overworked DBAs to react under pressure, chase root causes manually, and tune performance through trial and error.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143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252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1155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0" y="14356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noticed only after performance already degrades or users complain.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6072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3042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1671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overload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0" y="24871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administrators are stretched thin across growing, distributed database fleets.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76072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icons/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3558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32186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downtime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0" y="353872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minutes of degraded performance translate into lost revenue and trust.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76072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440740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42702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root-cause analysis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400800" y="459028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query bottlenecks and lock contention manually takes hours.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is built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832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981" y="18123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33172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health monitoring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track CPU, memory, I/O, query latency, and connection metrics across all managed databases.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16552" y="14630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99432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251192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893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33172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anomaly detection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17720" y="28803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normal workload patterns and flag deviations before they escalate into outages.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84464" y="14630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67344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1119104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805" y="18123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85632" y="233172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self-tuning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85632" y="28803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adjust indexes, query plans, and resource allocation to sustain optimal performance.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31520" y="41788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338328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981" y="4418381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" y="49377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9808" y="548640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capacity limits and failure risks, scheduling corrective action ahead of time.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416552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599432" y="41788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7251192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893" y="441838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17720" y="49377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manual intervention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17720" y="548640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DBAs from repetitive diagnostics so they can focus on strategic architecture work.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84464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8467344" y="41788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11119104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7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805" y="4418381"/>
            <a:ext cx="261518" cy="26151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485632" y="49377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dashboard &amp; reporting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485632" y="548640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teams a single, cross-platform view across SQL and NoSQL environments.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technology stack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0" y="170992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Python, ML frameworks (scikit-learn / TensorFlow), and time-series stores — all production-proven.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35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31674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8986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database compatibility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0" y="289864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connectors (JDBC/ODBC, native drivers) support MySQL, PostgreSQL, MongoDB, and Oracle.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24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3562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 ready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86400" y="408736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deploys on Docker/Kubernetes, scaling horizontally with the monitored fleet.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4132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554492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760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86400" y="527608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encrypted telemetry, and audit logs meet enterprise data-governance standards.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integration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0" y="170992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existing databases via read-only agents — no changes to current infrastructure required.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35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31674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8986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overhead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0" y="289864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dashboards mean DBA teams become productive within days, not weeks.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245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3562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cost-benefit case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86400" y="408736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 and manual tuning hours quickly offset platform deployment and licensing cost.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4132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554492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760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control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86400" y="527608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actions run within configurable guardrails, with manual override always available.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platform apart from conventional monitoring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56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autonomy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stop at alerting; this platform detects, decides, and remediates in one continuous loop.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568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56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learning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continuously retrain on live workload patterns, improving tuning accuracy over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56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383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33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Cross-engine intelligence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brain reasons across relational and NoSQL systems instead of siloed, engine-specific tools.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56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3836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33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Predictive, not just reactive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37960" y="4892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capacity and failure risk days in advance rather than only flagging current issues.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reliable, intelligent database infrastructure matters beyond the enterprise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systems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payments depend on databases staying available and accurate every second.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3692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311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records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systems need uninterrupted, error-free performance where downtime risks lives.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5764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public services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55664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platforms serving millions of citizens require dependable backend infrastructure.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5C708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17836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455" y="20281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743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 skills gap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7736" y="33375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extends expert-level database care to smaller organizations without large DBA teams.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impact: fewer outages, lower operational cost, and more resilient digital infrastructure for the systems society depends on daily.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046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132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Database Monitoring and Optimization Platform reimagines database administration — shifting it from reactive firefighting to continuous, intelligent self-management.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00106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outages through predictive detection and self-healing.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931920" y="2880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21" y="300106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Cost-effective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93192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tuning, lower downtime losses.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223760" y="2880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461" y="300106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22376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and improves continuously from live workloads.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0080" y="4846320"/>
            <a:ext cx="7680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5074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continued development, the platform can extend toward fully autonomous, zero-touch database operations across hybrid and multi-cloud environments.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2026-08-04T03:45:01Z</dcterms:created>
  <dcterms:modified xsi:type="dcterms:W3CDTF">2026-08-04T03:45:01Z</dcterms:modified>
</cp:coreProperties>
</file>