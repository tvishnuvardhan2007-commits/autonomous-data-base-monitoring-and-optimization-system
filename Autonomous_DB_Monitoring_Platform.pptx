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63040"/>
            <a:ext cx="73152" cy="1554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371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DATABASE MONITORING AND OPTIMIZATION PLATFORM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06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PostgreSQL 16 with FastAPI and Machine Learning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 |  Name / Guide / Institution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Statement, Motivation &amp; Objectives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databases need to fix themselves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DB Monitoring &amp; Optimization Platform  |  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3566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481328"/>
            <a:ext cx="2331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issues are found only after users complain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and DBA response is slow and reactive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alerts miss subtle anomalies and cause alert fatigue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and slow queries hurt cost and user experience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097280"/>
            <a:ext cx="64008" cy="3566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481328"/>
            <a:ext cx="2331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workloads change too fast for manual tuning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DBAs, more databases to watch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patterns can be learned from telemetry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for common faults are repeatable and can be automated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097280"/>
            <a:ext cx="64008" cy="3566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481328"/>
            <a:ext cx="2331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live PostgreSQL telemetry continuously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anomalies with ML (Isolation Forest)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root cause and recommend a fix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safe SQL actions autonomously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results, roll back if needed, and log everything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System Architecture &amp; End-to-End Data Flow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telemetry to autonomous action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DB Monitoring &amp; Optimization Platform  | 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219200" cy="73152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143000"/>
            <a:ext cx="1219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(monitored DB)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658112" y="12801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859280" y="1143000"/>
            <a:ext cx="1219200" cy="73152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859280" y="1143000"/>
            <a:ext cx="1219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60192" y="12801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61360" y="1143000"/>
            <a:ext cx="1219200" cy="73152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61360" y="1143000"/>
            <a:ext cx="1219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62272" y="12801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1219200" cy="73152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63440" y="1143000"/>
            <a:ext cx="1219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864352" y="12801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065520" y="1143000"/>
            <a:ext cx="1219200" cy="73152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65520" y="1143000"/>
            <a:ext cx="1219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266432" y="12801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67600" y="1143000"/>
            <a:ext cx="1219200" cy="731520"/>
          </a:xfrm>
          <a:prstGeom prst="roundRect">
            <a:avLst>
              <a:gd name="adj" fmla="val 10000"/>
            </a:avLst>
          </a:prstGeom>
          <a:solidFill>
            <a:srgbClr val="0F1B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67600" y="1143000"/>
            <a:ext cx="1219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14884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148840"/>
            <a:ext cx="64008" cy="2514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2532888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system views: pg_stat_activity, pg_stat_statements, pg_locks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stored as time-series telemetry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214884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2148840"/>
            <a:ext cx="64008" cy="2514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42900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429000" y="2532888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exposes REST endpoints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ML pipeline runs on scheduled cycles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persisted for every decision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214884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2148840"/>
            <a:ext cx="64008" cy="2514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1792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2532888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live KPIs and incident history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to start workload simulations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actions, verification result and audit trail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Preparation, Feature Engineering &amp; ML Model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telemetry into anomaly scores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DB Monitoring &amp; Optimization Platform  |  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3566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481328"/>
            <a:ext cx="2331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metrics at fixed intervals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missing values and counter resets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and scale features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baseline (normal) workload windows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097280"/>
            <a:ext cx="64008" cy="3566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481328"/>
            <a:ext cx="2331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utilization and active sessions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count vs max_connections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latency (mean, p95) and calls per second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waits and blocked sessions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averages and rate-of-change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097280"/>
            <a:ext cx="64008" cy="3566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481328"/>
            <a:ext cx="2331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Unsupervised: no labelled failures needed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outliers with fewer random splits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 anomaly score per window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threshold tunes sensitivity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for near real-time scoring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Closed-Loop Autonomous Self-Healing Workflow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decide, act, verify, learn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DB Monitoring &amp; Optimization Platform  | 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219200" cy="7315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143000"/>
            <a:ext cx="1219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Monitor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658112" y="12801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859280" y="1143000"/>
            <a:ext cx="1219200" cy="7315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859280" y="1143000"/>
            <a:ext cx="1219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Detect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060192" y="12801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61360" y="1143000"/>
            <a:ext cx="1219200" cy="7315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61360" y="1143000"/>
            <a:ext cx="1219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Diagnose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62272" y="12801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1219200" cy="7315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63440" y="1143000"/>
            <a:ext cx="1219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Recommend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864352" y="12801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065520" y="1143000"/>
            <a:ext cx="1219200" cy="7315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65520" y="1143000"/>
            <a:ext cx="1219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266432" y="128016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67600" y="1143000"/>
            <a:ext cx="1219200" cy="7315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67600" y="1143000"/>
            <a:ext cx="12192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Verify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14884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148840"/>
            <a:ext cx="64008" cy="2514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SQL actions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2532888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 blocking or idle sessions (pg_terminate_backend)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runaway queries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missing indexes or refresh statistics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214884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2148840"/>
            <a:ext cx="64008" cy="2514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42900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/ rollback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429000" y="2532888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 metrics after the action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Healthy: incident closed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improved or worse: undo the change and escalate to a DBA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214884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2148840"/>
            <a:ext cx="64008" cy="2514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1792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2532888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detection, diagnosis, action and outcome is logged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Timestamp, SQL executed and reason recorded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transparency and accountability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Dashboard, Demonstration Scenarios &amp; Observed Output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simulation drives four fault types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DB Monitoring &amp; Optimization Platform  |  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920240" cy="7315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
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1920240" cy="7315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6032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
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20240" cy="7315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
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097280"/>
            <a:ext cx="1920240" cy="7315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6656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
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64008" cy="1234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084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spike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395728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compute queries push CPU high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as anomaly; offending query cancelled, CPU recovers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01168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011680"/>
            <a:ext cx="64008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46320" y="2084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query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395728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Unindexed scan inflates latency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Diagnosed; index recommended and created, latency drops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383280"/>
            <a:ext cx="64008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3456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flood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76732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approach max_connections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sessions terminated, connections normalise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383280"/>
            <a:ext cx="4023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383280"/>
            <a:ext cx="64008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46320" y="3456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contention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3767328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transaction blocks others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identified and ended, waits cleared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Results, Contributions, Limitations &amp; Future Scope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 and what comes next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DB Monitoring &amp; Optimization Platform  | 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35661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481328"/>
            <a:ext cx="2331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scenarios detected and remediated end to end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manual intervention for common faults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recover after action and are verified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record for each incident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097280"/>
            <a:ext cx="64008" cy="3566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481328"/>
            <a:ext cx="2331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closed-loop platform, not just monitoring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anomaly detection on DB telemetry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diagnosis linked to safe SQL actions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rollback and audit design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097280"/>
            <a:ext cx="64008" cy="1691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1170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481328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workloads, single PostgreSQL instance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action set; rule-based diagnosis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2926080"/>
            <a:ext cx="26517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926080"/>
            <a:ext cx="64008" cy="1737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2999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31012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and cloud databases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for action choice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forecasting; human approval workflow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Final Takeaway / 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that detect, diagnose and heal themselves.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finds anomalies without labelled failure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loop of detect, diagnose, act and verify cuts reaction time from minutes to seconds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and audit trail keep autonomy safe and accountable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production-grade, self-driving database operations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Database Monitoring and Optimization Platform</dc:title>
  <dc:subject>PptxGenJS Presentation</dc:subject>
  <dc:creator>PptxGenJS</dc:creator>
  <cp:lastModifiedBy>PptxGenJS</cp:lastModifiedBy>
  <cp:revision>1</cp:revision>
  <dcterms:created xsi:type="dcterms:W3CDTF">2026-10-06T05:08:07Z</dcterms:created>
  <dcterms:modified xsi:type="dcterms:W3CDTF">2026-10-06T05:08:07Z</dcterms:modified>
</cp:coreProperties>
</file>